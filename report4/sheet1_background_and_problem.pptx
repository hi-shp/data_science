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563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라인트레이싱의 장애물 반사 제어로 초기 단일 회피에는 성공했으나, 실제 환경에서의 진동 문제와 확장성 한계에 직면했습니다.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68680"/>
            <a:ext cx="7635240" cy="4343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69A1"/>
                </a:solidFill>
                <a:latin typeface="Malgun Gothic"/>
              </a:defRPr>
            </a:pPr>
            <a:r>
              <a:t>센서 반사 제어의 착안: 지상 라인트레이서 모티브와 보트 적용 원리</a:t>
            </a:r>
          </a:p>
        </p:txBody>
      </p:sp>
      <p:pic>
        <p:nvPicPr>
          <p:cNvPr id="5" name="Picture 4" descr="panel1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69480" cy="2643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0690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1. 센서가 검은 선을 감지하면 좌회전합니다.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2. 센서가 흰 바탕을 감지하면 우회전합니다.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단순한 반사 규칙만으로도 곡선 경로를 이탈 없이 추종합니다.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40690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1. 평상시에는 목적지를 향해 직진 주행합니다.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2. 장애물이 감지되면 단순 반사 규칙으로 회피합니다.</a:t>
            </a:r>
          </a:p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간단한 반사 코드만으로도 장애물을 피해 목표에 도달합니다.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868680"/>
            <a:ext cx="7635240" cy="4343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960120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초기 주행: 개방 수역에서 0.5m 안전거리를 유지하며 목표에 도달했습니다.</a:t>
            </a:r>
          </a:p>
        </p:txBody>
      </p:sp>
      <p:pic>
        <p:nvPicPr>
          <p:cNvPr id="10" name="Picture 9" descr="panel2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71600"/>
            <a:ext cx="7269480" cy="28912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5360" y="4709160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단일 장애물 환경에서는 단순 반사 규칙만으로도 목표 지점에 도달했습니다.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349240"/>
            <a:ext cx="1563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Malgun Gothic"/>
              </a:defRPr>
            </a:pPr>
            <a:r>
              <a:t>실제 환경에서 직면한 라인트레이싱 알고리즘의 3대 구조적 한계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852160"/>
            <a:ext cx="496519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253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Malgun Gothic"/>
              </a:defRPr>
            </a:pPr>
            <a:r>
              <a:t>한계 1: 안전마진 중첩으로 게이트 통로가 폐쇄됩니다.</a:t>
            </a:r>
          </a:p>
        </p:txBody>
      </p:sp>
      <p:pic>
        <p:nvPicPr>
          <p:cNvPr id="15" name="Picture 14" descr="panel3_vis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327648"/>
            <a:ext cx="4782312" cy="29035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9464040"/>
            <a:ext cx="4599432" cy="1143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1. 통로 폭(0.8m)보다 안전마진 합(1.0m)이 더 큽니다.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2. 안전마진이 중첩되어 열린 통로를 벽으로 오판합니다.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3. 통로 진입을 회피하다 외곽 수조 벽에 충돌합니다.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5852160"/>
            <a:ext cx="496519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59253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한계 2: 매 프레임 단순 반사 계산의 반복으로 선체가 좌우로 진동합니다.</a:t>
            </a:r>
          </a:p>
        </p:txBody>
      </p:sp>
      <p:pic>
        <p:nvPicPr>
          <p:cNvPr id="19" name="Picture 18" descr="panel4_top_vis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6327648"/>
            <a:ext cx="4782312" cy="1366375"/>
          </a:xfrm>
          <a:prstGeom prst="rect">
            <a:avLst/>
          </a:prstGeom>
        </p:spPr>
      </p:pic>
      <p:pic>
        <p:nvPicPr>
          <p:cNvPr id="20" name="Picture 19" descr="panel4_bot_vis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8001000"/>
            <a:ext cx="4782312" cy="12809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25312" y="9464040"/>
            <a:ext cx="4599432" cy="1143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1. 매 제어 프레임마다 단순 반사 규칙을 반복 계산하여 조타합니다.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2. 상태 제어나 완충 없이 즉각 반응하므로 좌우로 심하게 진동합니다.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3. 진동으로 인해 조타 구동부가 마모되고 전진 추진 효율이 저하됩니다.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73384" y="5852160"/>
            <a:ext cx="496519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64824" y="59253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한계 3: 단일 반사 제어로는 다중 장애물 충돌을 방지하지 못합니다.</a:t>
            </a:r>
          </a:p>
        </p:txBody>
      </p:sp>
      <p:pic>
        <p:nvPicPr>
          <p:cNvPr id="24" name="Picture 23" descr="panel5_vis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4824" y="6327648"/>
            <a:ext cx="4782312" cy="290354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1256264" y="9464040"/>
            <a:ext cx="4599432" cy="1143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1. 전방 장애물 A를 감지한 직후 좌현으로 회피합니다.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2. 인접 장애물 B를 인식하지 못해 충돌 경로로 진입합니다.</a:t>
            </a:r>
          </a:p>
          <a:p>
            <a:pPr>
              <a:defRPr sz="1000" b="1">
                <a:solidFill>
                  <a:srgbClr val="991B1B"/>
                </a:solidFill>
                <a:latin typeface="Malgun Gothic"/>
              </a:defRPr>
            </a:pPr>
            <a:r>
              <a:t>3. 단순 반사 규칙으로는 다중 장애물 환경에 대응하지 못합니다.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